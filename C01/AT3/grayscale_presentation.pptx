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Grayscale Image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</a:t>
            </a:r>
            <a:r>
              <a:rPr lang="en-IN"/>
              <a:t>RONDI SRIVIDYA(192472261)</a:t>
            </a:r>
          </a:p>
          <a:p>
            <a:r>
              <a:t>Course: B.Tech </a:t>
            </a:r>
            <a:r>
              <a:rPr lang="en-IN"/>
              <a:t>CSE</a:t>
            </a:r>
          </a:p>
          <a:p>
            <a:r>
              <a:t>Topic: Grayscale Image Representation</a:t>
            </a:r>
          </a:p>
        </p:txBody>
      </p:sp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8411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Grayscale images represent visual data using intensity values from black to white.</a:t>
            </a:r>
          </a:p>
          <a:p>
            <a:r>
              <a:t>Widely used in image processing.</a:t>
            </a:r>
          </a:p>
        </p:txBody>
      </p:sp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Grayscale?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pixel contains a single intensity value (0–255).</a:t>
            </a:r>
          </a:p>
          <a:p>
            <a:r>
              <a:t>No color information, only shades of gray.</a:t>
            </a:r>
          </a:p>
        </p:txBody>
      </p:sp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and efficient</a:t>
            </a:r>
          </a:p>
          <a:p>
            <a:r>
              <a:t>• Less memory</a:t>
            </a:r>
          </a:p>
          <a:p>
            <a:r>
              <a:t>• Faster processing</a:t>
            </a:r>
          </a:p>
          <a:p>
            <a:r>
              <a:t>• Useful in analysis tasks</a:t>
            </a:r>
          </a:p>
        </p:txBody>
      </p:sp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Loss of color information</a:t>
            </a:r>
          </a:p>
          <a:p>
            <a:r>
              <a:t>• Low contrast</a:t>
            </a:r>
          </a:p>
          <a:p>
            <a:r>
              <a:t>• Noise sensitivity</a:t>
            </a:r>
          </a:p>
          <a:p>
            <a:r>
              <a:t>• Uneven lighting issues</a:t>
            </a:r>
          </a:p>
        </p:txBody>
      </p:sp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Objects with similar gray values are hard to distinguish.</a:t>
            </a:r>
          </a:p>
          <a:p>
            <a:r>
              <a:t>Example: medical images or foggy scenes.</a:t>
            </a:r>
          </a:p>
        </p:txBody>
      </p:sp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Histogram Equalization</a:t>
            </a:r>
          </a:p>
          <a:p>
            <a:r>
              <a:t>• Filtering</a:t>
            </a:r>
          </a:p>
          <a:p>
            <a:r>
              <a:t>• Contrast Stretching</a:t>
            </a:r>
          </a:p>
          <a:p>
            <a:r>
              <a:t>• Noise Reduction</a:t>
            </a:r>
          </a:p>
        </p:txBody>
      </p:sp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Grayscale simplifies processing but has limitations.</a:t>
            </a:r>
          </a:p>
          <a:p>
            <a:r>
              <a:t>Enhancement techniques improve quality.</a:t>
            </a:r>
          </a:p>
        </p:txBody>
      </p:sp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846</Words>
  <Application>WPS Presentation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Grayscale Image Representation</vt:lpstr>
      <vt:lpstr>Introduction</vt:lpstr>
      <vt:lpstr>What is Grayscale?</vt:lpstr>
      <vt:lpstr>Advantages</vt:lpstr>
      <vt:lpstr>Limitations</vt:lpstr>
      <vt:lpstr>Example Issue</vt:lpstr>
      <vt:lpstr>Enhancement Techniques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aswini k</cp:lastModifiedBy>
  <cp:revision>2</cp:revision>
  <dcterms:created xsi:type="dcterms:W3CDTF">2013-01-27T09:14:00Z</dcterms:created>
  <dcterms:modified xsi:type="dcterms:W3CDTF">2026-08-02T15:11:15Z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0E44BD366A0C4AD5B12EE733A6768F6B_13</vt:lpwstr>
  </property>
</Properties>
</file>